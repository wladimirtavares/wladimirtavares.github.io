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2926080" cy="2926080"/>
          </a:xfrm>
          <a:prstGeom prst="ellipse">
            <a:avLst/>
          </a:prstGeom>
          <a:solidFill>
            <a:srgbClr val="00D68F">
              <a:alpha val="12000"/>
            </a:srgbClr>
          </a:solidFill>
          <a:ln w="12700">
            <a:solidFill>
              <a:srgbClr val="00D68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103120" cy="292608"/>
          </a:xfrm>
          <a:prstGeom prst="roundRect">
            <a:avLst>
              <a:gd name="adj" fmla="val 37500"/>
            </a:avLst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D68F"/>
                </a:solidFill>
              </a:rPr>
              <a:t>● REPOSITÓRIO NACIONAL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Repositório de Iniciativas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Digitais em Saúde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371600" cy="3657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informações dispersas 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 para a saúde pública brasileira.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400800" y="1371600"/>
            <a:ext cx="2011680" cy="2011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0" y="4416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Digital · Brasil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0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DO PROJETO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 repositório?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846320" cy="210312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ATUAL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sobre iniciativas digitais em saúde estão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dispersas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documentos institucionais, portais e sistemas isolados.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forma de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buscar, comparar ou reutilizar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essas informações de maneira estruturada.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097280"/>
            <a:ext cx="2926080" cy="1005840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097280"/>
            <a:ext cx="54864" cy="10058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1704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86000"/>
            <a:ext cx="2926080" cy="1005840"/>
          </a:xfrm>
          <a:prstGeom prst="rect">
            <a:avLst/>
          </a:prstGeom>
          <a:solidFill>
            <a:srgbClr val="111820"/>
          </a:solidFill>
          <a:ln w="12700">
            <a:solidFill>
              <a:srgbClr val="4A556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286000"/>
            <a:ext cx="54864" cy="10058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474720"/>
            <a:ext cx="2926080" cy="10058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474720"/>
            <a:ext cx="54864" cy="100584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478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ESTRATÉGICO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RIDS se diferencia da BVS?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206240" cy="28346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Virtual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 (BVS)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26700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documentos isolados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31638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099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artigos, manuais e publicações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36576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593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base: o documento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415137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4087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bibliográficos padrão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874520"/>
            <a:ext cx="4206240" cy="28346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1874520"/>
            <a:ext cx="420624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35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Iniciativas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 (RIDS)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166360" y="2670048"/>
            <a:ext cx="109728" cy="109728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76672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nas iniciativas digitais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166360" y="3163824"/>
            <a:ext cx="109728" cy="109728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76672" y="3099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documentos relacionados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166360" y="3657600"/>
            <a:ext cx="109728" cy="109728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76672" y="3593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base: a iniciativa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166360" y="4151376"/>
            <a:ext cx="109728" cy="109728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76672" y="4087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contextuais e operacionais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160520" y="3108960"/>
            <a:ext cx="822960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77640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Iniciativa Digital em Saúde?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74520"/>
            <a:ext cx="2651760" cy="4572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57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2368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Informação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874520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874520"/>
            <a:ext cx="26517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0574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886200" y="2368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874520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1874520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574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20840" y="2368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 e Web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3273552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1480" y="3273552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4564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515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3273552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35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46120" y="3273552"/>
            <a:ext cx="2651760" cy="457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45643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86200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88620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3273552"/>
            <a:ext cx="265176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80760" y="3273552"/>
            <a:ext cx="26517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456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72084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Serviços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de cada iniciativa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50292" cy="62179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47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Iniciativa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Denominação oficial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874520"/>
            <a:ext cx="5029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47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6499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plataforma, campanha…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874520"/>
            <a:ext cx="502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947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Temática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9963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Vigilância, APS, Planejamento…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87752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87752"/>
            <a:ext cx="5029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6609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Saúde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ou contexto clínico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587752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587752"/>
            <a:ext cx="50292" cy="6217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6609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4992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Gestores, clínicos, cidadãos…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587752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587752"/>
            <a:ext cx="50292" cy="62179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26609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99632" y="2907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 responsável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300984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300984"/>
            <a:ext cx="5029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741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Resumida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" y="3621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e funcionamento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300984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300984"/>
            <a:ext cx="502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3741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Utilizar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64992" y="3621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 instruções de uso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300984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300984"/>
            <a:ext cx="5029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33741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99632" y="3621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restrito ou parcial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014216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014216"/>
            <a:ext cx="50292" cy="6217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087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0352" y="43342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Nacional, estadual, municipal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4014216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4014216"/>
            <a:ext cx="50292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4087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364992" y="43342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e última atualização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4014216"/>
            <a:ext cx="2651760" cy="621792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4014216"/>
            <a:ext cx="5029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4087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Relacionados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99632" y="43342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 referências (BVS)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TEMÁTICA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e âmbitos do repositório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572768" cy="187452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1572768" cy="5029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11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7004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 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Primária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66544" y="1874520"/>
            <a:ext cx="1572768" cy="187452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66544" y="1874520"/>
            <a:ext cx="1572768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57984" y="267004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Saúde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767328" y="1874520"/>
            <a:ext cx="1572768" cy="1874520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67328" y="1874520"/>
            <a:ext cx="157276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011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67004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68112" y="1874520"/>
            <a:ext cx="1572768" cy="1874520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68112" y="1874520"/>
            <a:ext cx="1572768" cy="502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0116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59552" y="267004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Primária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168896" y="1874520"/>
            <a:ext cx="1572768" cy="1874520"/>
          </a:xfrm>
          <a:prstGeom prst="rect">
            <a:avLst/>
          </a:prstGeom>
          <a:solidFill>
            <a:srgbClr val="111820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168896" y="1874520"/>
            <a:ext cx="1572768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01168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60336" y="267004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Saúde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31920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65760" y="3931920"/>
            <a:ext cx="502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30352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ÂMBITO DE COBERTURA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548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 Nacional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514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Estadual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480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Municipal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465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 Regional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CONTEÚDO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dos bolsistas da área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saúde é central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406640" y="105156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2194560"/>
            <a:ext cx="8412480" cy="59436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2194560"/>
            <a:ext cx="50292" cy="59436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94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24128" y="2331720"/>
            <a:ext cx="18288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249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Documentos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24871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 BVS, portais institucionais e fontes oficiais do Ministério da Saúde.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898648"/>
            <a:ext cx="8412480" cy="59436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898648"/>
            <a:ext cx="5029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8986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24128" y="3035808"/>
            <a:ext cx="18288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2953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Iniciativas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3000" y="31912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sistemas, plataformas, campanhas e programas digitais relevantes.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602736"/>
            <a:ext cx="8412480" cy="594360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602736"/>
            <a:ext cx="50292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027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24128" y="3739896"/>
            <a:ext cx="18288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Metadados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43000" y="389534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 interpretar as informações relevantes sobre cada iniciativa.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" y="4306824"/>
            <a:ext cx="8412480" cy="594360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4306824"/>
            <a:ext cx="5029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3068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24128" y="4443984"/>
            <a:ext cx="18288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a Planilha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3000" y="45994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os dados, evitar duplicidades e garantir clareza e consistência.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TRABALHO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curadoria à publicação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" y="1920240"/>
            <a:ext cx="1417320" cy="196596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920240"/>
            <a:ext cx="14173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" y="2029968"/>
            <a:ext cx="402336" cy="402336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514600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9184" y="312724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" y="3529584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BVS, portais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37360" y="2884932"/>
            <a:ext cx="201168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65376" y="27569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20824" y="1920240"/>
            <a:ext cx="1417320" cy="1965960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20824" y="1920240"/>
            <a:ext cx="141732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28316" y="2029968"/>
            <a:ext cx="402336" cy="402336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28316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514600"/>
            <a:ext cx="512064" cy="5120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93976" y="312724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Bolsistas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093976" y="3529584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502152" y="2884932"/>
            <a:ext cx="201168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30168" y="27569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785616" y="1920240"/>
            <a:ext cx="1417320" cy="1965960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785616" y="1920240"/>
            <a:ext cx="14173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93108" y="2029968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9310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2514600"/>
            <a:ext cx="512064" cy="5120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58768" y="312724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Padronizada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858768" y="3529584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266944" y="2884932"/>
            <a:ext cx="201168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94960" y="27569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550408" y="1920240"/>
            <a:ext cx="1417320" cy="1965960"/>
          </a:xfrm>
          <a:prstGeom prst="rect">
            <a:avLst/>
          </a:prstGeom>
          <a:solidFill>
            <a:srgbClr val="111820"/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550408" y="1920240"/>
            <a:ext cx="1417320" cy="502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057900" y="2029968"/>
            <a:ext cx="402336" cy="402336"/>
          </a:xfrm>
          <a:prstGeom prst="ellips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0579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514600"/>
            <a:ext cx="512064" cy="5120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623560" y="312724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623560" y="3529584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031736" y="2884932"/>
            <a:ext cx="201168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159752" y="27569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7315200" y="1920240"/>
            <a:ext cx="1417320" cy="196596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4500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315200" y="1920240"/>
            <a:ext cx="1417320" cy="5029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822692" y="2029968"/>
            <a:ext cx="402336" cy="402336"/>
          </a:xfrm>
          <a:prstGeom prst="ellipse">
            <a:avLst/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50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82269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828" y="2514600"/>
            <a:ext cx="512064" cy="51206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388352" y="312724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RIDS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7388352" y="3529584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acesso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conhecimento técnico dos profissionais de saúde é indispensável para definir e refinar os metadados — impactando diretamente os processos de busca e evolução do repositório.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1920"/>
          </a:solidFill>
          <a:ln w="12700">
            <a:solidFill>
              <a:srgbClr val="13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projeto importa?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D68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50292" cy="123444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2199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984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23134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informações dispersas em dados organizados, comparáveis e prontos para uso.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411480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874520"/>
            <a:ext cx="50292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2199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984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eficiente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68112" y="23134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localizar iniciativas por tipo, área, âmbito e categoria temática.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291840"/>
            <a:ext cx="411480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291840"/>
            <a:ext cx="50292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3931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importa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78992" y="3730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 gestores, pesquisadores, clínicos e profissionais de saúde pública em todo o Brasil.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3291840"/>
            <a:ext cx="4114800" cy="1234440"/>
          </a:xfrm>
          <a:prstGeom prst="rect">
            <a:avLst/>
          </a:prstGeom>
          <a:solidFill>
            <a:srgbClr val="111820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3291840"/>
            <a:ext cx="5029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3931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68112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digital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68112" y="3730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a saúde digital ao conectar iniciativas existentes com quem precisa utilizá-las.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00D68F">
              <a:alpha val="6000"/>
            </a:srgbClr>
          </a:solidFill>
          <a:ln w="12700">
            <a:solidFill>
              <a:srgbClr val="00D68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48640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D68F"/>
                </a:solidFill>
              </a:rPr>
              <a:t>PRÓXIMOS PASSOS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juntos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saúde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 precisa.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" y="3154680"/>
            <a:ext cx="118872" cy="11887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categorias temáticas finais com a equipe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3502152"/>
            <a:ext cx="118872" cy="11887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38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validar a planilha padronizada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3849624"/>
            <a:ext cx="118872" cy="11887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856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bolsistas para curadoria de iniciativas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4197096"/>
            <a:ext cx="118872" cy="11887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33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catalogação com fontes da BVS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4544568"/>
            <a:ext cx="118872" cy="118872"/>
          </a:xfrm>
          <a:prstGeom prst="ellipse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80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dados ao repositório digital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6675120" y="1188720"/>
            <a:ext cx="1828800" cy="1828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6928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RIDS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566928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Iniciativas Digitais em Saúde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· Brasil ·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RIDS – Repositório de Iniciativas Digitais em Saúde</dc:title>
  <dc:subject>PptxGenJS Presentation</dc:subject>
  <dc:creator>PptxGenJS</dc:creator>
  <cp:lastModifiedBy>PptxGenJS</cp:lastModifiedBy>
  <cp:revision>1</cp:revision>
  <dcterms:created xsi:type="dcterms:W3CDTF">2026-03-09T18:36:11Z</dcterms:created>
  <dcterms:modified xsi:type="dcterms:W3CDTF">2026-03-09T18:36:11Z</dcterms:modified>
</cp:coreProperties>
</file>